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965960"/>
            <a:ext cx="91440" cy="2377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92024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YouTube (Transcript RAG)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31089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D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 over Video Transcripts with Timestamp Citations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108200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[Student Name]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[Department, e.g. Computer Science and Engineering]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Name]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Year]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spoken answer inside a long video needs timed, grounded retrieval — not a generic summary.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9718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337560"/>
            <a:ext cx="1100297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transcript fetch.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Timestamp-aware chunking &amp; RAG.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 with player jump links.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RAG spine as PDF chat, specialised for video.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transcript fallback.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retrieve + Groq generate.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3444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5" name="Image 0" descr="/home/rajank/projects/personal/collage projects/_academic-pack/assets/icons/yout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0020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→ captions / subs / Whisper transcript.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55868" y="123444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9" name="Image 1" descr="/home/rajank/projects/personal/collage projects/_academic-pack/assets/icons/chu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468" y="155448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07428" y="160020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chunks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84468" y="233172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keep start–end for citations.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2920" y="365760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13" name="Image 2" descr="/home/rajank/projects/personal/collage projects/_academic-pack/assets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7764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02336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31520" y="475488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lexical + dense search over FAISS.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55868" y="365760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17" name="Image 3" descr="/home/rajank/projects/personal/collage projects/_academic-pack/assets/icons/ch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468" y="397764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07428" y="402336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484468" y="475488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reply with clickable timestamps.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/home/rajank/projects/personal/collage projects/_academic-pack/assets/icons/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3200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fallback when APIs block.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segments with timestamps.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path only when ASR needed.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Citations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/home/rajank/projects/personal/collage projects/_academic-pack/assets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3200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embeddings on CPU.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grounded in retrieved lines.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chips seek the player.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YouTube URL → build index.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answered in the video.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timestamp citation.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an off-topic question.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Captioned path verified.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seek correctly.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exercised where needed.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8585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RAG with timestamps makes long lectures searchable by meaning.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429000"/>
            <a:ext cx="1100297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Diarisation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Whisper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965960"/>
            <a:ext cx="91440" cy="2377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286000"/>
            <a:ext cx="10820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D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57200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·  [College Name]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 with YouTube (Transcript RAG)</dc:title>
  <dc:subject>PptxGenJS Presentation</dc:subject>
  <dc:creator>[Student Name]</dc:creator>
  <cp:lastModifiedBy>[Student Name]</cp:lastModifiedBy>
  <cp:revision>1</cp:revision>
  <dcterms:created xsi:type="dcterms:W3CDTF">2026-10-22T09:00:51Z</dcterms:created>
  <dcterms:modified xsi:type="dcterms:W3CDTF">2026-10-22T09:00:51Z</dcterms:modified>
</cp:coreProperties>
</file>